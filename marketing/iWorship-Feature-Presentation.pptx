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4A0D18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4206240" cy="4206240"/>
          </a:xfrm>
          <a:prstGeom prst="ellipse">
            <a:avLst/>
          </a:prstGeom>
          <a:solidFill>
            <a:srgbClr val="4A0D18"/>
          </a:solidFill>
          <a:ln/>
        </p:spPr>
      </p:sp>
      <p:sp>
        <p:nvSpPr>
          <p:cNvPr id="4" name="Shape 2"/>
          <p:cNvSpPr/>
          <p:nvPr/>
        </p:nvSpPr>
        <p:spPr>
          <a:xfrm>
            <a:off x="5545836" y="1005840"/>
            <a:ext cx="1097280" cy="10972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7510" y="1137514"/>
            <a:ext cx="833933" cy="8339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3317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6C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iWorship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1097280" y="3429000"/>
            <a:ext cx="9994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6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Congregation’s Hymnal, Worship Host, and Fellowship — All In One App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082796" y="4480560"/>
            <a:ext cx="4023360" cy="502920"/>
          </a:xfrm>
          <a:prstGeom prst="roundRect">
            <a:avLst>
              <a:gd name="adj" fmla="val 50909"/>
            </a:avLst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4082796" y="4480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4A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HYMNALS  ·  HOST  ·  FELLOWSHIP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61264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B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feature guide, built to be understood by anyone — churchgoer or not.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IWORSHIP?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App, Three Reasons to Open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is a cloud-based app that brings a church’s song library, its live worship services, and its everyday community life into one place — usable from a phone, tablet, or computer, with nothing to print and nothing to install beyond the app itself. No church background is needed to follow along with what it does: think of it as a hymn book, a presentation screen, and a social feed, purpose-built for one community.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338328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3566160"/>
            <a:ext cx="1005840" cy="1005840"/>
          </a:xfrm>
          <a:prstGeom prst="ellipse">
            <a:avLst/>
          </a:prstGeom>
          <a:solidFill>
            <a:srgbClr val="6B12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9501" y="3686861"/>
            <a:ext cx="764438" cy="7644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709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Hymnals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51663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song library every church can sing from, with lyrics, chords, and scripture built in.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3246120"/>
            <a:ext cx="338328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32120" y="3566160"/>
            <a:ext cx="1005840" cy="1005840"/>
          </a:xfrm>
          <a:prstGeom prst="ellipse">
            <a:avLst/>
          </a:prstGeom>
          <a:solidFill>
            <a:srgbClr val="2F4F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821" y="3686861"/>
            <a:ext cx="764438" cy="7644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4709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17720" y="51663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worship team needs to run a live service on the big screen.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3246120"/>
            <a:ext cx="338328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235440" y="3566160"/>
            <a:ext cx="1005840" cy="10058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141" y="3686861"/>
            <a:ext cx="764438" cy="7644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46720" y="4709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Fellowship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321040" y="51663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 feed built for the congregation — posts, stories, messaging, and more.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— Feature Presentation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122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4A0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6C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HYMNALS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466344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6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song library, at the center of it all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EF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HYMNALS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Song Library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6B122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67512"/>
            <a:ext cx="1042416" cy="1042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19456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church, one hymnal: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full, growing library shared across every congregation on iWorship — no walls between churches, no separate copies to maintain.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add a song: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 lyrics and let the app detect verses and choruses automatically, or build a song section-by-section by hand.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 &amp; topical browsing: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can heart their favorite hymns and browse songs by theme — Grace, Communion, Christmas, and more.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song fast: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YouTube link to any song so musicians can learn the tune before rehearsal.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for worship teams: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an existing library over at once with CSV or ChordPro file import — no re-typing hundreds of songs by hand.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— Feature Presentation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HYMNALS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 Mode &amp; Play Mode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6B122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67512"/>
            <a:ext cx="1042416" cy="1042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19456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 Mode, for the congregation: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Huge, clean, legible lyrics with nothing else on the screen — built for elders and anyone singing along.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Mode, for musicians: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song shows full chords, inline with the lyrics, for anyone with instrumentalist access.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Tap-to-transpose: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key on the fly with a tap — every chord updates instantly, on the musician’s own device.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song, the right view for every reader: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 presenting to the whole room shows Sing Mode; a guitarist following along on their phone sees the chords — automatically, based on who they are.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— Feature Presentation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EF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HYMNALS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Scripture, Built Right 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6B122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67512"/>
            <a:ext cx="1042416" cy="1042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19456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King James Bible: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book, chapter, and verse, or search the entire text — no separate Bible app needed.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Tagalog translation, coming soon: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public-domain Tagalog Bible will sit right beside the KJV, switchable at any moment, in both standalone reading and live worship hosting.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Devotionals: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reading (Charles Spurgeon’s classic “Morning and Evening”) posts automatically every day, or browse to any day of the year.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devotional to the feed: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worship team can post any day’s reading straight into the Fellowship feed for the whole church to read together.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— Feature Presentation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HYMNALS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Every Church’s 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6B122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67512"/>
            <a:ext cx="1042416" cy="1042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19456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Team Roster: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pastors, pastors, and music directors manage their own staff and volunteers directly — no outside admin needed.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that make sense: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Pastor, Pastor, Music Director, Editor, and Musician each unlock exactly the access that role needs, nothing more.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plan for every congregation: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browse the hymnal, sing along, and join a live service for free — with paid plans for churches that need more editors and musicians.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Requests: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member can suggest a song be added; the worship team reviews it and brings it into the hymnal with one click.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— Feature Presentation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EF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HYMNALS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Everywhere Your Church Meets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6B122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67512"/>
            <a:ext cx="1042416" cy="1042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19456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installable app: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as an installable app on Android, and works as a full app experience from any phone, tablet, or computer browser.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working when the wifi drops: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mid-service connection hiccup never stops the service — iWorship catches up the moment the signal returns.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at every size: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in the pew, a tablet on a music stand, or a laptop at the sound booth — the layout adjusts to fit.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— Feature Presentation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122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4A0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6C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466344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6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live worship service, start to finish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EF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Screen For The Room, One For The 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2F4F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67512"/>
            <a:ext cx="1042416" cy="1042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19456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true projector view: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distraction-free screen — built for a TV or projector — shows nothing but huge, legible text.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screen for the host: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Controls, a Preview of what’s coming next, and the current Live display, all visible together on one screen.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the next slide before it goes live: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 can line up the next song, sermon slide, or verse in Preview and only publish it to the room with one tap.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without looking away: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Space, Enter, and the arrow keys move through a service — a host never has to hunt for a button mid-song.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— Feature Presentation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EF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 Might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2F4F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67512"/>
            <a:ext cx="1042416" cy="1042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19456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Songs, sermons, and Bible verses: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all three live, presented through the exact same screen, without ever leaving the app.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sermon slide builder: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and resize text and image blocks freely on each slide, pick a background, and look up a Bible verse without retyping it.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AVP, one stop shop: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videos, slideshows, a direct PowerPoint upload, or a live Google Slides/Canva embed — all presented the same way songs are.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 library with folders: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ahead of time and organize by folder, or upload something new in the middle of a session.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— Feature Presentation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EF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Room That Adapts With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2F4F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67512"/>
            <a:ext cx="1042416" cy="1042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19456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&amp; room codes: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scannable QR code gets a congregation connected in seconds — no typing a code by hand.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Co-hosting: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owner can hand live control to another host mid-service, one person at a time, and take it back just as easily.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chart for musicians: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musician’s own phone shows chords through a dedicated link — chords never appear on the shared screen.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recovery: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the tab by accident, or switching from a laptop to a phone mid-service? Resume hosting exactly where it left off.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— Feature Presentation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EF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In-Service Chat &amp; Live Links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2F4F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67512"/>
            <a:ext cx="1042416" cy="1042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19456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floating chat, always in reach: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chat widget sits over the presentation for the whole room, plus a dedicated channel just for musicians.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 livestream link: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Facebook or YouTube Live link that stays pinned at the top of chat for anyone joining remotely.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organized like software worship teams already know: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segmented content picker, a compact toolbar, and a fixed “Now Live” bar keep a busy screen clear at a glance.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— Feature Presentation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122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4A0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6C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FELLOWSHIP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466344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6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community, not just a service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EF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Feed For The Whole Church Family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67512"/>
            <a:ext cx="1042416" cy="1042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19456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profiles: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bio, a profile photo, and a list of favorite hymns — a small, personal presence for every member.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anything: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plain text, a photo, or a video to one shared feed that spans every congregation on iWorship.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Like, comment, repost, and save: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engagement tools people already expect from a modern feed, all built in from day one.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new people: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trending feed and a suggested-people rail help members find each other beyond their own congregation.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— Feature Presentation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EF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Stories &amp; Shorts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67512"/>
            <a:ext cx="1042416" cy="1042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19456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photo and video updates with a familiar ring of thumbnails at the top of the feed.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Shorts: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vertical, swipe-to-scroll video feed — perfect for a quick testimony, a worship clip, or an announcement.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people by name, follow them, and browse what’s trending across the whole community.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— Feature Presentation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EF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Conversations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67512"/>
            <a:ext cx="1042416" cy="1042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19456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messages &amp; group chats: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one person or a whole group, with read receipts so you know a message was actually seen.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push notifications: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message reaches a member even with the app fully closed — not just while it happens to be open.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familiar inbox: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Messenger-style dropdown and dock make finding a conversation feel instantly familiar.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— Feature Presentation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EF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From Day 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67512"/>
            <a:ext cx="1042416" cy="1042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19456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&amp; report, built in: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block another member or report a post — not an afterthought added after launch.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moderation queue: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go straight to an Admin review queue, with a one-click way to resolve a genuine problem.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screen you’re on: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layout built for a wide screen, and a mobile layout built for a thumb — each one designed for how it’s actually used.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— Feature Presentation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6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122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4A0D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868680" y="3429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E6C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SPIRITUAL GROWTH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896112" y="455371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455371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4A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516636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6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believer’s next step, one milestone at a time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EF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 GROWTH · COMING SOON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18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Ahead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2F4F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67512"/>
            <a:ext cx="1042416" cy="10424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194560"/>
            <a:ext cx="10241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welcome, with real meaning: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member’s very first screen shares the story of salvation — a simple, honest invitation to place faith in Jesus as Lord and Savior.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gentle, ongoing invitation: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still deciding is asked again, warmly and only occasionally — never pressured, always welcome to come back to it.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of milestones: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of salvation, baptism, joining a church family, Christian living, and more — each step celebrated as it’s reached, not just checked off a list.</a:t>
            </a:r>
            <a:endParaRPr lang="en-US" sz="1600" dirty="0"/>
          </a:p>
          <a:p>
            <a:pPr marL="279400" indent="-279400">
              <a:lnSpc>
                <a:spcPts val="2100"/>
              </a:lnSpc>
              <a:buSzPct val="100000"/>
              <a:buChar char="●"/>
            </a:pPr>
            <a:r>
              <a:rPr lang="en-US" sz="1600" b="1" dirty="0">
                <a:solidFill>
                  <a:srgbClr val="6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journal:  </a:t>
            </a:r>
            <a:pPr indent="0" marL="0">
              <a:lnSpc>
                <a:spcPts val="21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2A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same space becomes a private, permanent journal — a place to write down each day’s walk with God.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58064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active development — full doctrinal content is being drafted for review before this feature ships.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— Feature Presentation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 · 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6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4A0D18"/>
          </a:solidFill>
          <a:ln/>
        </p:spPr>
      </p:sp>
      <p:sp>
        <p:nvSpPr>
          <p:cNvPr id="3" name="Shape 1"/>
          <p:cNvSpPr/>
          <p:nvPr/>
        </p:nvSpPr>
        <p:spPr>
          <a:xfrm>
            <a:off x="5545836" y="1188720"/>
            <a:ext cx="1097280" cy="10972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7510" y="1320394"/>
            <a:ext cx="833933" cy="8339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146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C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097280" y="352044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6E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iWorship — Hymnals. Host. Fellowship. And soon, Spiritual Growth.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411480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B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 built for the whole life of the church.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iWorship — Feature Presentation</dc:title>
  <dc:subject>PptxGenJS Presentation</dc:subject>
  <dc:creator>iWorship</dc:creator>
  <cp:lastModifiedBy>iWorship</cp:lastModifiedBy>
  <cp:revision>1</cp:revision>
  <dcterms:created xsi:type="dcterms:W3CDTF">2026-09-26T07:59:33Z</dcterms:created>
  <dcterms:modified xsi:type="dcterms:W3CDTF">2026-09-26T07:59:33Z</dcterms:modified>
</cp:coreProperties>
</file>